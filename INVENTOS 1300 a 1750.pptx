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1" r:id="rId3"/>
    <p:sldId id="256" r:id="rId4"/>
    <p:sldId id="258" r:id="rId5"/>
    <p:sldId id="266" r:id="rId6"/>
    <p:sldId id="265" r:id="rId7"/>
    <p:sldId id="282" r:id="rId8"/>
    <p:sldId id="264" r:id="rId9"/>
    <p:sldId id="269" r:id="rId10"/>
    <p:sldId id="262" r:id="rId11"/>
    <p:sldId id="270" r:id="rId12"/>
    <p:sldId id="268" r:id="rId13"/>
    <p:sldId id="267" r:id="rId14"/>
    <p:sldId id="261" r:id="rId15"/>
    <p:sldId id="260" r:id="rId16"/>
    <p:sldId id="273" r:id="rId17"/>
    <p:sldId id="272" r:id="rId18"/>
    <p:sldId id="271" r:id="rId19"/>
    <p:sldId id="259" r:id="rId20"/>
    <p:sldId id="276" r:id="rId21"/>
    <p:sldId id="275" r:id="rId22"/>
    <p:sldId id="280" r:id="rId23"/>
    <p:sldId id="274" r:id="rId24"/>
    <p:sldId id="278" r:id="rId25"/>
    <p:sldId id="277" r:id="rId26"/>
    <p:sldId id="279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4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329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3856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549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699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108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375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575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1932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15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040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126AA-8A9E-4433-929E-2BF9A29A2D67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0815E-5618-4F1C-9E4E-FE13A9467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964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ndacionaquae.org/15-inventos-que-cambiaron-la-historia/" TargetMode="External"/><Relationship Id="rId2" Type="http://schemas.openxmlformats.org/officeDocument/2006/relationships/hyperlink" Target="https://www.youtube.com/watch?v=qrujiNOV5bY&amp;t=138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14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08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3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22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03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31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22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7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048000" y="61284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dirty="0" smtClean="0"/>
              <a:t>Leonardo Da Vinci (1452-1519)</a:t>
            </a:r>
          </a:p>
          <a:p>
            <a:pPr algn="ctr"/>
            <a:endParaRPr lang="es-CO" dirty="0" smtClean="0"/>
          </a:p>
          <a:p>
            <a:pPr algn="ctr"/>
            <a:r>
              <a:rPr lang="es-CO" dirty="0" smtClean="0"/>
              <a:t>Fue un inventor italiano destacado en muchas áreas.</a:t>
            </a:r>
          </a:p>
          <a:p>
            <a:pPr algn="ctr"/>
            <a:endParaRPr lang="es-CO" dirty="0" smtClean="0"/>
          </a:p>
          <a:p>
            <a:pPr algn="ctr"/>
            <a:r>
              <a:rPr lang="es-CO" dirty="0" smtClean="0"/>
              <a:t>Entre sus contribuciones se destacan su desarrollo del método científico basado en la observación, sus aportes a la mecánica aplicada, su estudio de mecanismos como poleas, ejes y resortes, la planeación de diferentes tipos de maquinas hidráulicas y voladoras precursoras de sistemas modernos, así como el estudio de la aerodinámica entre otros.</a:t>
            </a:r>
          </a:p>
          <a:p>
            <a:pPr algn="ctr"/>
            <a:endParaRPr lang="es-CO" dirty="0" smtClean="0"/>
          </a:p>
          <a:p>
            <a:pPr algn="ctr"/>
            <a:r>
              <a:rPr lang="es-CO" dirty="0" smtClean="0"/>
              <a:t>(1487)-(1489) - crea los planos y bocetos del puente "Auto portante" en el códice Atlántico.</a:t>
            </a:r>
          </a:p>
          <a:p>
            <a:pPr algn="ctr"/>
            <a:r>
              <a:rPr lang="es-CO" dirty="0" smtClean="0"/>
              <a:t>(1490) - Leonardo crea el boceto del "helicóptero", "La bicicleta", "Fachadas de Alberti" y "El hombre </a:t>
            </a:r>
            <a:r>
              <a:rPr lang="es-CO" dirty="0" err="1" smtClean="0"/>
              <a:t>Vitruvio</a:t>
            </a:r>
            <a:r>
              <a:rPr lang="es-CO" dirty="0" smtClean="0"/>
              <a:t>". entre otros.</a:t>
            </a:r>
          </a:p>
          <a:p>
            <a:pPr algn="ctr"/>
            <a:r>
              <a:rPr lang="es-CO" dirty="0" smtClean="0"/>
              <a:t>(1505) -estudia el vuelo de las aves y es ahí donde empieza su trabajo en la creación de maquinas voladoras como el boceto del helicóptero.</a:t>
            </a:r>
          </a:p>
          <a:p>
            <a:r>
              <a:rPr lang="es-CO" dirty="0" smtClean="0"/>
              <a:t>1517 - Leonardo crea el cañón de Cardan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6344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96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3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096206" cy="693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0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086" y="0"/>
            <a:ext cx="12191999" cy="672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213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8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75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8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92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85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95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77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9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55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86"/>
            <a:ext cx="12078789" cy="67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3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24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9669"/>
            <a:ext cx="12131040" cy="678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75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0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1991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13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0"/>
            <a:ext cx="12070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28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264038" y="3244334"/>
            <a:ext cx="711951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 smtClean="0">
                <a:hlinkClick r:id="rId2"/>
              </a:rPr>
              <a:t>https://www.youtube.com/watch?v=qrujiNOV5bY&amp;t=138s</a:t>
            </a:r>
            <a:endParaRPr lang="es-CO" dirty="0" smtClean="0"/>
          </a:p>
          <a:p>
            <a:r>
              <a:rPr lang="es-CO" dirty="0" smtClean="0">
                <a:hlinkClick r:id="rId3"/>
              </a:rPr>
              <a:t>https://www.fundacionaquae.org/15-inventos-que-cambiaron-la-historia/</a:t>
            </a:r>
            <a:endParaRPr lang="es-CO" dirty="0" smtClean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773141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169</Words>
  <Application>Microsoft Office PowerPoint</Application>
  <PresentationFormat>Panorámica</PresentationFormat>
  <Paragraphs>12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MILENA</dc:creator>
  <cp:lastModifiedBy>SARA</cp:lastModifiedBy>
  <cp:revision>7</cp:revision>
  <dcterms:created xsi:type="dcterms:W3CDTF">2021-08-19T02:29:29Z</dcterms:created>
  <dcterms:modified xsi:type="dcterms:W3CDTF">2023-09-07T02:53:51Z</dcterms:modified>
</cp:coreProperties>
</file>