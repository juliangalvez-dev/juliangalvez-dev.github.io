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  <p:sldId id="272" r:id="rId3"/>
    <p:sldId id="268" r:id="rId4"/>
    <p:sldId id="271" r:id="rId5"/>
    <p:sldId id="269" r:id="rId6"/>
    <p:sldId id="262" r:id="rId7"/>
    <p:sldId id="256" r:id="rId8"/>
    <p:sldId id="264" r:id="rId9"/>
    <p:sldId id="263" r:id="rId10"/>
    <p:sldId id="270" r:id="rId11"/>
    <p:sldId id="275" r:id="rId12"/>
    <p:sldId id="273" r:id="rId13"/>
    <p:sldId id="257" r:id="rId14"/>
    <p:sldId id="261" r:id="rId15"/>
    <p:sldId id="274" r:id="rId16"/>
    <p:sldId id="276" r:id="rId17"/>
    <p:sldId id="265" r:id="rId18"/>
    <p:sldId id="277" r:id="rId19"/>
    <p:sldId id="260" r:id="rId20"/>
    <p:sldId id="279" r:id="rId21"/>
    <p:sldId id="299" r:id="rId2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11882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00974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6306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1867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7194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096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14199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3436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96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3309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57933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A0393F-1F39-45DC-8D2A-1D87A44CA452}" type="datetimeFigureOut">
              <a:rPr lang="es-CO" smtClean="0"/>
              <a:t>6/09/2023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61CB-B518-4C10-AD7D-E470F146B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65394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CuadroTexto"/>
          <p:cNvSpPr txBox="1"/>
          <p:nvPr/>
        </p:nvSpPr>
        <p:spPr>
          <a:xfrm>
            <a:off x="1043608" y="1196752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434390" y="1772816"/>
            <a:ext cx="8273611" cy="378565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/>
            <a:r>
              <a:rPr lang="es-ES" sz="6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GRANDES</a:t>
            </a:r>
          </a:p>
          <a:p>
            <a:pPr algn="ctr"/>
            <a:r>
              <a:rPr lang="es-ES" sz="6000" b="1" cap="all" spc="0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INVENTOS EN EL MUNDO</a:t>
            </a:r>
          </a:p>
          <a:p>
            <a:pPr algn="ctr"/>
            <a:r>
              <a:rPr lang="es-ES" sz="6000" b="1" cap="all" dirty="0" smtClean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</a:rPr>
              <a:t>1750 - 1900</a:t>
            </a:r>
            <a:endParaRPr lang="es-ES" sz="6000" b="1" cap="all" spc="0" dirty="0" smtClean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  <a:p>
            <a:pPr algn="ctr"/>
            <a:endParaRPr lang="es-ES" sz="6000" b="1" cap="all" spc="0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06679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57867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86343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1422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6017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25252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9296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2580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1112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19055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8533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192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575149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6290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957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7399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9573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33995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02946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78743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3680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92751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6036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611560" y="3105835"/>
            <a:ext cx="69127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dirty="0" smtClean="0"/>
              <a:t>VIDEOS</a:t>
            </a:r>
          </a:p>
          <a:p>
            <a:r>
              <a:rPr lang="es-CO" dirty="0" smtClean="0"/>
              <a:t>https</a:t>
            </a:r>
            <a:r>
              <a:rPr lang="es-CO" dirty="0"/>
              <a:t>://www.sutori.com/story/inventos-de-los-siglos-xviii-xix--6LTcVcERs497w4BsgAkjJ3dy</a:t>
            </a:r>
          </a:p>
          <a:p>
            <a:r>
              <a:rPr lang="es-CO" dirty="0" smtClean="0"/>
              <a:t>https</a:t>
            </a:r>
            <a:r>
              <a:rPr lang="es-CO" dirty="0"/>
              <a:t>://www.youtube.com/watch?v=xvKYmjuHGck</a:t>
            </a:r>
          </a:p>
        </p:txBody>
      </p:sp>
    </p:spTree>
    <p:extLst>
      <p:ext uri="{BB962C8B-B14F-4D97-AF65-F5344CB8AC3E}">
        <p14:creationId xmlns:p14="http://schemas.microsoft.com/office/powerpoint/2010/main" val="421502680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17</Words>
  <Application>Microsoft Office PowerPoint</Application>
  <PresentationFormat>Presentación en pantalla (4:3)</PresentationFormat>
  <Paragraphs>6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4" baseType="lpstr">
      <vt:lpstr>Arial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MILENA</dc:creator>
  <cp:lastModifiedBy>SARA</cp:lastModifiedBy>
  <cp:revision>17</cp:revision>
  <dcterms:created xsi:type="dcterms:W3CDTF">2018-08-25T16:36:34Z</dcterms:created>
  <dcterms:modified xsi:type="dcterms:W3CDTF">2023-09-07T02:54:24Z</dcterms:modified>
</cp:coreProperties>
</file>